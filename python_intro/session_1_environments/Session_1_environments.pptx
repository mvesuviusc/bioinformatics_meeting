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rman, John" userId="86b31d91-9e6d-4096-b119-e9beba628d83" providerId="ADAL" clId="{A4DFC0CE-58D6-45E3-ADB0-4617323217AB}"/>
    <pc:docChg chg="modSld">
      <pc:chgData name="Sherman, John" userId="86b31d91-9e6d-4096-b119-e9beba628d83" providerId="ADAL" clId="{A4DFC0CE-58D6-45E3-ADB0-4617323217AB}" dt="2025-10-16T15:06:59.854" v="40" actId="20577"/>
      <pc:docMkLst>
        <pc:docMk/>
      </pc:docMkLst>
      <pc:sldChg chg="modSp mod">
        <pc:chgData name="Sherman, John" userId="86b31d91-9e6d-4096-b119-e9beba628d83" providerId="ADAL" clId="{A4DFC0CE-58D6-45E3-ADB0-4617323217AB}" dt="2025-10-16T15:04:26.485" v="31" actId="20577"/>
        <pc:sldMkLst>
          <pc:docMk/>
          <pc:sldMk cId="2327641374" sldId="256"/>
        </pc:sldMkLst>
        <pc:spChg chg="mod">
          <ac:chgData name="Sherman, John" userId="86b31d91-9e6d-4096-b119-e9beba628d83" providerId="ADAL" clId="{A4DFC0CE-58D6-45E3-ADB0-4617323217AB}" dt="2025-10-16T15:04:26.485" v="31" actId="20577"/>
          <ac:spMkLst>
            <pc:docMk/>
            <pc:sldMk cId="2327641374" sldId="256"/>
            <ac:spMk id="2" creationId="{96172101-7C1D-A230-7B7F-E12EE18B860A}"/>
          </ac:spMkLst>
        </pc:spChg>
      </pc:sldChg>
      <pc:sldChg chg="modSp mod">
        <pc:chgData name="Sherman, John" userId="86b31d91-9e6d-4096-b119-e9beba628d83" providerId="ADAL" clId="{A4DFC0CE-58D6-45E3-ADB0-4617323217AB}" dt="2025-10-16T15:06:59.854" v="40" actId="20577"/>
        <pc:sldMkLst>
          <pc:docMk/>
          <pc:sldMk cId="2174600744" sldId="257"/>
        </pc:sldMkLst>
        <pc:spChg chg="mod">
          <ac:chgData name="Sherman, John" userId="86b31d91-9e6d-4096-b119-e9beba628d83" providerId="ADAL" clId="{A4DFC0CE-58D6-45E3-ADB0-4617323217AB}" dt="2025-10-16T15:06:59.854" v="40" actId="20577"/>
          <ac:spMkLst>
            <pc:docMk/>
            <pc:sldMk cId="2174600744" sldId="257"/>
            <ac:spMk id="6" creationId="{384148FA-E474-8890-C7D7-273E10984879}"/>
          </ac:spMkLst>
        </pc:spChg>
      </pc:sldChg>
    </pc:docChg>
  </pc:docChgLst>
  <pc:docChgLst>
    <pc:chgData name="Sherman, John" userId="86b31d91-9e6d-4096-b119-e9beba628d83" providerId="ADAL" clId="{2BA7D655-1899-4131-954B-53C70D9E7C46}"/>
    <pc:docChg chg="undo custSel addSld modSld sldOrd">
      <pc:chgData name="Sherman, John" userId="86b31d91-9e6d-4096-b119-e9beba628d83" providerId="ADAL" clId="{2BA7D655-1899-4131-954B-53C70D9E7C46}" dt="2025-09-25T17:17:00.304" v="3596" actId="20577"/>
      <pc:docMkLst>
        <pc:docMk/>
      </pc:docMkLst>
      <pc:sldChg chg="modSp mod">
        <pc:chgData name="Sherman, John" userId="86b31d91-9e6d-4096-b119-e9beba628d83" providerId="ADAL" clId="{2BA7D655-1899-4131-954B-53C70D9E7C46}" dt="2025-09-24T18:26:03.063" v="148" actId="20577"/>
        <pc:sldMkLst>
          <pc:docMk/>
          <pc:sldMk cId="1861131000" sldId="260"/>
        </pc:sldMkLst>
        <pc:spChg chg="mod">
          <ac:chgData name="Sherman, John" userId="86b31d91-9e6d-4096-b119-e9beba628d83" providerId="ADAL" clId="{2BA7D655-1899-4131-954B-53C70D9E7C46}" dt="2025-09-24T18:26:03.063" v="148" actId="20577"/>
          <ac:spMkLst>
            <pc:docMk/>
            <pc:sldMk cId="1861131000" sldId="260"/>
            <ac:spMk id="3" creationId="{E0E24397-7059-32FF-113C-C88EB5041E0F}"/>
          </ac:spMkLst>
        </pc:spChg>
      </pc:sldChg>
      <pc:sldChg chg="modSp new mod">
        <pc:chgData name="Sherman, John" userId="86b31d91-9e6d-4096-b119-e9beba628d83" providerId="ADAL" clId="{2BA7D655-1899-4131-954B-53C70D9E7C46}" dt="2025-09-25T17:17:00.304" v="3596" actId="20577"/>
        <pc:sldMkLst>
          <pc:docMk/>
          <pc:sldMk cId="321415394" sldId="261"/>
        </pc:sldMkLst>
        <pc:spChg chg="mod">
          <ac:chgData name="Sherman, John" userId="86b31d91-9e6d-4096-b119-e9beba628d83" providerId="ADAL" clId="{2BA7D655-1899-4131-954B-53C70D9E7C46}" dt="2025-09-24T18:26:41.544" v="215" actId="20577"/>
          <ac:spMkLst>
            <pc:docMk/>
            <pc:sldMk cId="321415394" sldId="261"/>
            <ac:spMk id="2" creationId="{4B71A430-4FE3-794D-7219-0ED7D42F428D}"/>
          </ac:spMkLst>
        </pc:spChg>
        <pc:spChg chg="mod">
          <ac:chgData name="Sherman, John" userId="86b31d91-9e6d-4096-b119-e9beba628d83" providerId="ADAL" clId="{2BA7D655-1899-4131-954B-53C70D9E7C46}" dt="2025-09-24T18:26:48.614" v="224" actId="20577"/>
          <ac:spMkLst>
            <pc:docMk/>
            <pc:sldMk cId="321415394" sldId="261"/>
            <ac:spMk id="3" creationId="{57C7F2F6-4445-63B6-59BD-EB9284EA42DC}"/>
          </ac:spMkLst>
        </pc:spChg>
        <pc:spChg chg="mod">
          <ac:chgData name="Sherman, John" userId="86b31d91-9e6d-4096-b119-e9beba628d83" providerId="ADAL" clId="{2BA7D655-1899-4131-954B-53C70D9E7C46}" dt="2025-09-25T17:16:52.074" v="3554" actId="27636"/>
          <ac:spMkLst>
            <pc:docMk/>
            <pc:sldMk cId="321415394" sldId="261"/>
            <ac:spMk id="4" creationId="{672B1090-A4BF-5C5D-6D1C-E1C8F74469F0}"/>
          </ac:spMkLst>
        </pc:spChg>
        <pc:spChg chg="mod">
          <ac:chgData name="Sherman, John" userId="86b31d91-9e6d-4096-b119-e9beba628d83" providerId="ADAL" clId="{2BA7D655-1899-4131-954B-53C70D9E7C46}" dt="2025-09-24T18:26:52.047" v="229" actId="20577"/>
          <ac:spMkLst>
            <pc:docMk/>
            <pc:sldMk cId="321415394" sldId="261"/>
            <ac:spMk id="5" creationId="{2B983F3F-E14B-FA5F-6087-3934196E4456}"/>
          </ac:spMkLst>
        </pc:spChg>
        <pc:spChg chg="mod">
          <ac:chgData name="Sherman, John" userId="86b31d91-9e6d-4096-b119-e9beba628d83" providerId="ADAL" clId="{2BA7D655-1899-4131-954B-53C70D9E7C46}" dt="2025-09-25T17:17:00.304" v="3596" actId="20577"/>
          <ac:spMkLst>
            <pc:docMk/>
            <pc:sldMk cId="321415394" sldId="261"/>
            <ac:spMk id="6" creationId="{A6E67915-424F-3715-E4B1-712395234C49}"/>
          </ac:spMkLst>
        </pc:spChg>
      </pc:sldChg>
      <pc:sldChg chg="modSp new mod">
        <pc:chgData name="Sherman, John" userId="86b31d91-9e6d-4096-b119-e9beba628d83" providerId="ADAL" clId="{2BA7D655-1899-4131-954B-53C70D9E7C46}" dt="2025-09-24T19:41:03.799" v="2244" actId="20577"/>
        <pc:sldMkLst>
          <pc:docMk/>
          <pc:sldMk cId="3409719440" sldId="262"/>
        </pc:sldMkLst>
        <pc:spChg chg="mod">
          <ac:chgData name="Sherman, John" userId="86b31d91-9e6d-4096-b119-e9beba628d83" providerId="ADAL" clId="{2BA7D655-1899-4131-954B-53C70D9E7C46}" dt="2025-09-24T18:32:31.414" v="655" actId="20577"/>
          <ac:spMkLst>
            <pc:docMk/>
            <pc:sldMk cId="3409719440" sldId="262"/>
            <ac:spMk id="2" creationId="{9AEC6144-846B-FF61-0F0D-275D4345EC69}"/>
          </ac:spMkLst>
        </pc:spChg>
        <pc:spChg chg="mod">
          <ac:chgData name="Sherman, John" userId="86b31d91-9e6d-4096-b119-e9beba628d83" providerId="ADAL" clId="{2BA7D655-1899-4131-954B-53C70D9E7C46}" dt="2025-09-24T18:32:35.539" v="662" actId="20577"/>
          <ac:spMkLst>
            <pc:docMk/>
            <pc:sldMk cId="3409719440" sldId="262"/>
            <ac:spMk id="3" creationId="{56DD2321-973D-A912-FDAF-19812F8B2B49}"/>
          </ac:spMkLst>
        </pc:spChg>
        <pc:spChg chg="mod">
          <ac:chgData name="Sherman, John" userId="86b31d91-9e6d-4096-b119-e9beba628d83" providerId="ADAL" clId="{2BA7D655-1899-4131-954B-53C70D9E7C46}" dt="2025-09-24T19:41:03.799" v="2244" actId="20577"/>
          <ac:spMkLst>
            <pc:docMk/>
            <pc:sldMk cId="3409719440" sldId="262"/>
            <ac:spMk id="4" creationId="{1B133C4F-F246-E909-6CE5-56801E70DC15}"/>
          </ac:spMkLst>
        </pc:spChg>
        <pc:spChg chg="mod">
          <ac:chgData name="Sherman, John" userId="86b31d91-9e6d-4096-b119-e9beba628d83" providerId="ADAL" clId="{2BA7D655-1899-4131-954B-53C70D9E7C46}" dt="2025-09-24T18:32:39.633" v="669" actId="20577"/>
          <ac:spMkLst>
            <pc:docMk/>
            <pc:sldMk cId="3409719440" sldId="262"/>
            <ac:spMk id="5" creationId="{103A6520-8D02-4969-9D1B-E6334CC376CD}"/>
          </ac:spMkLst>
        </pc:spChg>
        <pc:spChg chg="mod">
          <ac:chgData name="Sherman, John" userId="86b31d91-9e6d-4096-b119-e9beba628d83" providerId="ADAL" clId="{2BA7D655-1899-4131-954B-53C70D9E7C46}" dt="2025-09-24T18:37:35.889" v="990" actId="2711"/>
          <ac:spMkLst>
            <pc:docMk/>
            <pc:sldMk cId="3409719440" sldId="262"/>
            <ac:spMk id="6" creationId="{E676B488-C384-F8FC-992B-06470E08B2D0}"/>
          </ac:spMkLst>
        </pc:spChg>
      </pc:sldChg>
      <pc:sldChg chg="modSp new mod">
        <pc:chgData name="Sherman, John" userId="86b31d91-9e6d-4096-b119-e9beba628d83" providerId="ADAL" clId="{2BA7D655-1899-4131-954B-53C70D9E7C46}" dt="2025-09-24T19:38:05.067" v="2121" actId="207"/>
        <pc:sldMkLst>
          <pc:docMk/>
          <pc:sldMk cId="3384651472" sldId="263"/>
        </pc:sldMkLst>
        <pc:spChg chg="mod">
          <ac:chgData name="Sherman, John" userId="86b31d91-9e6d-4096-b119-e9beba628d83" providerId="ADAL" clId="{2BA7D655-1899-4131-954B-53C70D9E7C46}" dt="2025-09-24T19:25:44.794" v="1609" actId="20577"/>
          <ac:spMkLst>
            <pc:docMk/>
            <pc:sldMk cId="3384651472" sldId="263"/>
            <ac:spMk id="2" creationId="{751D36FA-09CF-4662-E66D-FE4F0149B5FB}"/>
          </ac:spMkLst>
        </pc:spChg>
        <pc:spChg chg="mod">
          <ac:chgData name="Sherman, John" userId="86b31d91-9e6d-4096-b119-e9beba628d83" providerId="ADAL" clId="{2BA7D655-1899-4131-954B-53C70D9E7C46}" dt="2025-09-24T19:38:05.067" v="2121" actId="207"/>
          <ac:spMkLst>
            <pc:docMk/>
            <pc:sldMk cId="3384651472" sldId="263"/>
            <ac:spMk id="3" creationId="{E8821253-9F2D-2390-831D-260A8F78356C}"/>
          </ac:spMkLst>
        </pc:spChg>
      </pc:sldChg>
      <pc:sldChg chg="modSp add mod ord">
        <pc:chgData name="Sherman, John" userId="86b31d91-9e6d-4096-b119-e9beba628d83" providerId="ADAL" clId="{2BA7D655-1899-4131-954B-53C70D9E7C46}" dt="2025-09-24T19:40:53.465" v="2234" actId="20577"/>
        <pc:sldMkLst>
          <pc:docMk/>
          <pc:sldMk cId="143685455" sldId="264"/>
        </pc:sldMkLst>
        <pc:spChg chg="mod">
          <ac:chgData name="Sherman, John" userId="86b31d91-9e6d-4096-b119-e9beba628d83" providerId="ADAL" clId="{2BA7D655-1899-4131-954B-53C70D9E7C46}" dt="2025-09-24T19:40:53.465" v="2234" actId="20577"/>
          <ac:spMkLst>
            <pc:docMk/>
            <pc:sldMk cId="143685455" sldId="264"/>
            <ac:spMk id="2" creationId="{751D36FA-09CF-4662-E66D-FE4F0149B5FB}"/>
          </ac:spMkLst>
        </pc:spChg>
        <pc:spChg chg="mod">
          <ac:chgData name="Sherman, John" userId="86b31d91-9e6d-4096-b119-e9beba628d83" providerId="ADAL" clId="{2BA7D655-1899-4131-954B-53C70D9E7C46}" dt="2025-09-24T19:40:03.888" v="2165" actId="20577"/>
          <ac:spMkLst>
            <pc:docMk/>
            <pc:sldMk cId="143685455" sldId="264"/>
            <ac:spMk id="3" creationId="{E8821253-9F2D-2390-831D-260A8F78356C}"/>
          </ac:spMkLst>
        </pc:spChg>
      </pc:sldChg>
      <pc:sldChg chg="modSp new mod">
        <pc:chgData name="Sherman, John" userId="86b31d91-9e6d-4096-b119-e9beba628d83" providerId="ADAL" clId="{2BA7D655-1899-4131-954B-53C70D9E7C46}" dt="2025-09-24T19:55:51.315" v="3010" actId="20577"/>
        <pc:sldMkLst>
          <pc:docMk/>
          <pc:sldMk cId="1135841308" sldId="265"/>
        </pc:sldMkLst>
        <pc:spChg chg="mod">
          <ac:chgData name="Sherman, John" userId="86b31d91-9e6d-4096-b119-e9beba628d83" providerId="ADAL" clId="{2BA7D655-1899-4131-954B-53C70D9E7C46}" dt="2025-09-24T19:41:34.001" v="2270" actId="20577"/>
          <ac:spMkLst>
            <pc:docMk/>
            <pc:sldMk cId="1135841308" sldId="265"/>
            <ac:spMk id="2" creationId="{4955745A-ECB5-E3D8-ADE1-64693DD9C940}"/>
          </ac:spMkLst>
        </pc:spChg>
        <pc:spChg chg="mod">
          <ac:chgData name="Sherman, John" userId="86b31d91-9e6d-4096-b119-e9beba628d83" providerId="ADAL" clId="{2BA7D655-1899-4131-954B-53C70D9E7C46}" dt="2025-09-24T19:55:51.315" v="3010" actId="20577"/>
          <ac:spMkLst>
            <pc:docMk/>
            <pc:sldMk cId="1135841308" sldId="265"/>
            <ac:spMk id="3" creationId="{62439502-750B-6964-56BC-D0D7A3F38F67}"/>
          </ac:spMkLst>
        </pc:spChg>
      </pc:sldChg>
      <pc:sldChg chg="modSp new mod">
        <pc:chgData name="Sherman, John" userId="86b31d91-9e6d-4096-b119-e9beba628d83" providerId="ADAL" clId="{2BA7D655-1899-4131-954B-53C70D9E7C46}" dt="2025-09-24T20:35:45.623" v="3502" actId="20577"/>
        <pc:sldMkLst>
          <pc:docMk/>
          <pc:sldMk cId="3980013829" sldId="266"/>
        </pc:sldMkLst>
        <pc:spChg chg="mod">
          <ac:chgData name="Sherman, John" userId="86b31d91-9e6d-4096-b119-e9beba628d83" providerId="ADAL" clId="{2BA7D655-1899-4131-954B-53C70D9E7C46}" dt="2025-09-24T19:52:38.170" v="2740" actId="20577"/>
          <ac:spMkLst>
            <pc:docMk/>
            <pc:sldMk cId="3980013829" sldId="266"/>
            <ac:spMk id="2" creationId="{EF4DDCC3-3327-AEE5-0A1D-FCC1344FC0A1}"/>
          </ac:spMkLst>
        </pc:spChg>
        <pc:spChg chg="mod">
          <ac:chgData name="Sherman, John" userId="86b31d91-9e6d-4096-b119-e9beba628d83" providerId="ADAL" clId="{2BA7D655-1899-4131-954B-53C70D9E7C46}" dt="2025-09-24T20:35:45.623" v="3502" actId="20577"/>
          <ac:spMkLst>
            <pc:docMk/>
            <pc:sldMk cId="3980013829" sldId="266"/>
            <ac:spMk id="3" creationId="{D12A1277-4701-9B9E-8A1A-8AD6F4C7071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0E3C7-22A5-5CAA-FD8A-78CAA13CA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BE584-6527-7DFD-A1A3-3576EC5138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D2A81-9927-65BE-CE85-C479AFD90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1C17-74BA-4915-8769-44846DC795A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C4B9C-808C-B24B-B40F-439720187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22EB6-3B63-D68C-9B15-2B9A12CA5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A7D02-3027-4873-A22B-6D81D910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13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EB25-750A-6740-5CED-0DC456793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3E192-9CA6-0DE7-7A73-E1D90D3EF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66DB9-B8BC-E31B-8F31-F029D9180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1C17-74BA-4915-8769-44846DC795A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C23B1-49A5-E51C-7A7D-B4B77C3A0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93EB1-B735-3EE3-045D-8BD246B1A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A7D02-3027-4873-A22B-6D81D910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14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71996-124E-D573-D0E7-CACFE6355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2D35D-0576-9B31-D94A-D61C9CC94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8E1B3-E173-5C51-F0F8-908B810B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1C17-74BA-4915-8769-44846DC795A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2E3D2-B3AE-D999-0E66-08A918F82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85D5D-C8E5-877E-8617-DC29DA77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A7D02-3027-4873-A22B-6D81D910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309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84661-CF84-A357-FE64-671429855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0D23F-3F61-FC33-2610-85DDE39A1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AB920C-3234-FC61-65EF-32AF7E87C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D8DD7-8F27-2D33-AB84-F6276B351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1C17-74BA-4915-8769-44846DC795A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7E779-446D-7184-4E98-1336CF487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4B9458-C0D1-3288-83ED-F3DBE577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A7D02-3027-4873-A22B-6D81D910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080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A034-9A8A-A483-18FC-67B7D695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3CB9D-6A05-A0D5-1A86-5E703D4F7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8E3CA-4658-67C0-9EB6-74BD5EF14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04D058-43B1-D016-F88E-84DE7AAE78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37326E-3DFB-9403-5755-D00948A754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29B7A6-DCD7-C0C4-7E70-59DA67128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1C17-74BA-4915-8769-44846DC795A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DB51BA-AB74-9207-65EC-A9EB475EE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175CC1-EED9-6232-AC84-ACFDC8E90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A7D02-3027-4873-A22B-6D81D910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999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E205A-8256-9B74-B927-95D51720F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B57397-AC7C-66BE-D43E-B279F2143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1C17-74BA-4915-8769-44846DC795A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82622-68C7-22EA-792E-F21ED0B5C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CB61C7-B1BF-B9C2-A330-68EBABCB5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A7D02-3027-4873-A22B-6D81D910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31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759546-32B5-BEA6-4603-2785DBCFC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1C17-74BA-4915-8769-44846DC795A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B12511-68DB-0433-2E54-55564448D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314D0-DE47-BA8C-A7BE-3C2AB249E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A7D02-3027-4873-A22B-6D81D910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850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AE7A3-D80D-CB36-49B8-2FCF23B69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BC4EC-1E12-4B41-1103-A1786CA9B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F09190-9EA4-EB59-3C24-373D63B49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7C37F3-F11C-440F-8993-727CDF31A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1C17-74BA-4915-8769-44846DC795A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FC058-8B03-67C6-20D5-0D463A031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1CA483-14B6-E3FD-68B0-C13217E73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A7D02-3027-4873-A22B-6D81D910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76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D4C33-05BC-E2B4-88CB-860F5FE2C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830396-3439-16D0-AA8A-69720DB5A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EEB39D-9DFB-40F7-551E-5749872D8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4EB657-88A0-9774-C321-8D06D21A0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1C17-74BA-4915-8769-44846DC795A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96A32E-88EA-310A-E67D-2665FC5DC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65EA0-3C5C-9816-8CAF-D11C24753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A7D02-3027-4873-A22B-6D81D910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715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4C6CE-2350-5AD5-B567-11B136BC1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27A470-88A8-9E7C-32FC-679738945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0EE65-C591-2A2A-0A72-9D0B04175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1C17-74BA-4915-8769-44846DC795A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37403-9F91-A3B9-2841-D0EA06195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C9B66-9E34-06D3-D8E0-28D01B560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A7D02-3027-4873-A22B-6D81D910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47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AAEBBC-AC70-4D42-8450-D69AEED4C2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D17029-A692-14F3-E0B8-6A2F63F04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CB2B8-2F45-2E99-EC81-04D0D8299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1C17-74BA-4915-8769-44846DC795A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8169D-2B71-335F-0F5B-7CFE95ED5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F0BC0-FE65-2C06-626D-4B899DCCB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A7D02-3027-4873-A22B-6D81D910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696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36D93D-AD1F-A2EE-4A38-8F40A20D5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6C947-AD5A-059E-0BFE-19BDA0ACD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F165A-5960-47D5-7666-64239E64AF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5F1C17-74BA-4915-8769-44846DC795A1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9B04C-F323-7139-21A3-2655CF6F8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F11CE-7A10-8DB5-0992-232B9BA0C1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6A7D02-3027-4873-A22B-6D81D910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717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72101-7C1D-A230-7B7F-E12EE18B86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Managing Python Environments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558D9B-D14B-788C-E3E0-2AC195582F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641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9E1B6F-CB2F-4B0A-3242-1E78DADBB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environments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7D8D38-C226-67A7-24D7-06D514BC26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 packages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4148FA-E474-8890-C7D7-273E1098487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Installed for the whole operating system</a:t>
            </a:r>
          </a:p>
          <a:p>
            <a:r>
              <a:rPr lang="en-US" dirty="0"/>
              <a:t>Your OS might rely on them</a:t>
            </a:r>
          </a:p>
          <a:p>
            <a:r>
              <a:rPr lang="en-US" dirty="0"/>
              <a:t>If you really mess with them you can bork your OS/other installed programs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2D2E7FD-A4CB-FA18-5470-F6F622F9A7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Virtual environment packages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AF1AA6C-66BC-0DBC-3B09-798A4F11D2B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Intended to be isolated from other projects/systems</a:t>
            </a:r>
          </a:p>
          <a:p>
            <a:r>
              <a:rPr lang="en-US" dirty="0"/>
              <a:t>Should be kept local to one project</a:t>
            </a:r>
          </a:p>
          <a:p>
            <a:r>
              <a:rPr lang="en-US" dirty="0"/>
              <a:t> can be changed easily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600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E1769-8263-8472-89E6-445EB9281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packages with pip and </a:t>
            </a:r>
            <a:r>
              <a:rPr lang="en-US" dirty="0" err="1"/>
              <a:t>venv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37A60-0B5D-B710-43D4-2BA47B477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venv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4E1F57-5BB6-E669-9447-1E80C645984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new virtual environment</a:t>
            </a:r>
          </a:p>
          <a:p>
            <a:pPr lvl="1"/>
            <a:r>
              <a:rPr lang="en-US" dirty="0"/>
              <a:t>Located in .</a:t>
            </a:r>
            <a:r>
              <a:rPr lang="en-US" dirty="0" err="1"/>
              <a:t>venv</a:t>
            </a:r>
            <a:r>
              <a:rPr lang="en-US" dirty="0"/>
              <a:t> folder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python3 –m </a:t>
            </a:r>
            <a:r>
              <a:rPr lang="en-US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venv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.</a:t>
            </a:r>
            <a:r>
              <a:rPr lang="en-US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venv</a:t>
            </a: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/>
              <a:t>Start using environment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source .</a:t>
            </a:r>
            <a:r>
              <a:rPr lang="en-US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venv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/bin/activate</a:t>
            </a:r>
          </a:p>
          <a:p>
            <a:r>
              <a:rPr lang="en-US" dirty="0"/>
              <a:t>Leave environment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deactivate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0C4352-7CDE-004A-CE39-6E51C8BB3E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pip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D53D3D-0F65-447B-1E11-B64808844AE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Install a python package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pip install PACKAGE</a:t>
            </a:r>
          </a:p>
          <a:p>
            <a:r>
              <a:rPr lang="en-US" dirty="0"/>
              <a:t>Install many packages from 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requirements.txt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pip install –r requirements.txt </a:t>
            </a:r>
          </a:p>
          <a:p>
            <a:r>
              <a:rPr lang="en-US" dirty="0">
                <a:cs typeface="Cascadia Code" panose="020B0609020000020004" pitchFamily="49" charset="0"/>
              </a:rPr>
              <a:t>Install specified version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pip install ‘PACKAGE==VERSION’</a:t>
            </a:r>
          </a:p>
        </p:txBody>
      </p:sp>
    </p:spTree>
    <p:extLst>
      <p:ext uri="{BB962C8B-B14F-4D97-AF65-F5344CB8AC3E}">
        <p14:creationId xmlns:p14="http://schemas.microsoft.com/office/powerpoint/2010/main" val="2010207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62B44-AF6D-EEE9-B18D-D1322A63E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 vs </a:t>
            </a:r>
            <a:r>
              <a:rPr lang="en-US" dirty="0" err="1"/>
              <a:t>uv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9F2FA-C869-537C-557B-91E717434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E19F91-5905-0D7C-65F3-A93064A25B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Provided with python</a:t>
            </a:r>
          </a:p>
          <a:p>
            <a:r>
              <a:rPr lang="en-US" dirty="0"/>
              <a:t>Slow</a:t>
            </a:r>
          </a:p>
          <a:p>
            <a:r>
              <a:rPr lang="en-US" dirty="0"/>
              <a:t>You can’t directly update your actual python version</a:t>
            </a:r>
          </a:p>
          <a:p>
            <a:r>
              <a:rPr lang="en-US" dirty="0"/>
              <a:t>Can be used to install </a:t>
            </a:r>
            <a:r>
              <a:rPr lang="en-US" dirty="0" err="1"/>
              <a:t>uv</a:t>
            </a:r>
            <a:endParaRPr lang="en-US" dirty="0"/>
          </a:p>
          <a:p>
            <a:r>
              <a:rPr lang="en-US" dirty="0"/>
              <a:t>Additional functionality using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pip-tools </a:t>
            </a:r>
            <a:r>
              <a:rPr lang="en-US" dirty="0">
                <a:cs typeface="Cascadia Code" panose="020B0609020000020004" pitchFamily="49" charset="0"/>
              </a:rPr>
              <a:t>package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9F0B3A-28AC-FCB5-821C-2176BC03E9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uv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E7E141-6EC5-1FAD-AC94-A6A511C3C11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Fast</a:t>
            </a:r>
          </a:p>
          <a:p>
            <a:r>
              <a:rPr lang="en-US" dirty="0"/>
              <a:t>Can be used to install “managed” python versions</a:t>
            </a:r>
          </a:p>
          <a:p>
            <a:r>
              <a:rPr lang="en-US" dirty="0"/>
              <a:t>Better ergonomics</a:t>
            </a:r>
          </a:p>
          <a:p>
            <a:r>
              <a:rPr lang="en-US" dirty="0"/>
              <a:t>Can overwrite a </a:t>
            </a:r>
            <a:r>
              <a:rPr lang="en-US" dirty="0" err="1"/>
              <a:t>venv</a:t>
            </a:r>
            <a:r>
              <a:rPr lang="en-US" dirty="0"/>
              <a:t> that was used for bootstrapping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pip install </a:t>
            </a:r>
            <a:r>
              <a:rPr lang="en-US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uv</a:t>
            </a: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uv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venv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–p 3.13</a:t>
            </a:r>
          </a:p>
        </p:txBody>
      </p:sp>
    </p:spTree>
    <p:extLst>
      <p:ext uri="{BB962C8B-B14F-4D97-AF65-F5344CB8AC3E}">
        <p14:creationId xmlns:p14="http://schemas.microsoft.com/office/powerpoint/2010/main" val="1434127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D7B71-DE1D-939E-1BAF-EF73CE0A2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a project with </a:t>
            </a:r>
            <a:r>
              <a:rPr lang="en-US" dirty="0" err="1"/>
              <a:t>uv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24397-7059-32FF-113C-C88EB5041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pyproject.toml</a:t>
            </a:r>
            <a:endParaRPr lang="en-US" dirty="0"/>
          </a:p>
          <a:p>
            <a:pPr lvl="1"/>
            <a:r>
              <a:rPr lang="en-US" dirty="0"/>
              <a:t>Name</a:t>
            </a:r>
          </a:p>
          <a:p>
            <a:pPr lvl="1"/>
            <a:r>
              <a:rPr lang="en-US" dirty="0"/>
              <a:t>Version</a:t>
            </a:r>
          </a:p>
          <a:p>
            <a:pPr lvl="1"/>
            <a:r>
              <a:rPr lang="en-US" dirty="0"/>
              <a:t>Dependencies</a:t>
            </a:r>
          </a:p>
          <a:p>
            <a:pPr lvl="1"/>
            <a:r>
              <a:rPr lang="en-US" dirty="0"/>
              <a:t>Many others</a:t>
            </a:r>
          </a:p>
          <a:p>
            <a:r>
              <a:rPr lang="en-US" dirty="0"/>
              <a:t>Can be located automatically by </a:t>
            </a:r>
            <a:r>
              <a:rPr lang="en-US" dirty="0" err="1"/>
              <a:t>uv</a:t>
            </a:r>
            <a:endParaRPr lang="en-US" dirty="0"/>
          </a:p>
          <a:p>
            <a:r>
              <a:rPr lang="en-US" dirty="0"/>
              <a:t>Dependencies are installed when using </a:t>
            </a:r>
            <a:r>
              <a:rPr lang="en-US" dirty="0" err="1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uv</a:t>
            </a:r>
            <a:r>
              <a:rPr lang="en-US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sync</a:t>
            </a:r>
          </a:p>
          <a:p>
            <a:r>
              <a:rPr lang="en-US" dirty="0">
                <a:cs typeface="Cascadia Code" panose="020B0609020000020004" pitchFamily="49" charset="0"/>
              </a:rPr>
              <a:t>Install additional packages with </a:t>
            </a:r>
          </a:p>
          <a:p>
            <a:r>
              <a:rPr lang="en-US" dirty="0">
                <a:cs typeface="Cascadia Code" panose="020B0609020000020004" pitchFamily="49" charset="0"/>
              </a:rPr>
              <a:t>will add an entry to </a:t>
            </a:r>
            <a:r>
              <a:rPr lang="en-US" dirty="0" err="1">
                <a:cs typeface="Cascadia Code" panose="020B0609020000020004" pitchFamily="49" charset="0"/>
              </a:rPr>
              <a:t>pyproject</a:t>
            </a:r>
            <a:r>
              <a:rPr lang="en-US" dirty="0">
                <a:cs typeface="Cascadia Code" panose="020B0609020000020004" pitchFamily="49" charset="0"/>
              </a:rPr>
              <a:t> dependencies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uv</a:t>
            </a:r>
            <a:r>
              <a:rPr lang="en-US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add ‘PACKAGE==VERSION’</a:t>
            </a:r>
          </a:p>
          <a:p>
            <a:r>
              <a:rPr lang="en-US" dirty="0">
                <a:cs typeface="Cascadia Code" panose="020B0609020000020004" pitchFamily="49" charset="0"/>
              </a:rPr>
              <a:t>Will not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uv</a:t>
            </a:r>
            <a:r>
              <a:rPr lang="en-US" dirty="0">
                <a:solidFill>
                  <a:schemeClr val="accent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pip install ‘PACKAGE==VERSION’</a:t>
            </a:r>
          </a:p>
        </p:txBody>
      </p:sp>
    </p:spTree>
    <p:extLst>
      <p:ext uri="{BB962C8B-B14F-4D97-AF65-F5344CB8AC3E}">
        <p14:creationId xmlns:p14="http://schemas.microsoft.com/office/powerpoint/2010/main" val="1861131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1A430-4FE3-794D-7219-0ED7D42F4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environments vs </a:t>
            </a:r>
            <a:r>
              <a:rPr lang="en-US" dirty="0" err="1"/>
              <a:t>Conda</a:t>
            </a:r>
            <a:r>
              <a:rPr lang="en-US" dirty="0"/>
              <a:t> environments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7F2F6-4445-63B6-59BD-EB9284EA4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Virtual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2B1090-A4BF-5C5D-6D1C-E1C8F74469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Can only manage python</a:t>
            </a:r>
          </a:p>
          <a:p>
            <a:r>
              <a:rPr lang="en-US" dirty="0"/>
              <a:t>Better package availability</a:t>
            </a:r>
          </a:p>
          <a:p>
            <a:r>
              <a:rPr lang="en-US" dirty="0"/>
              <a:t>Can install locally built packages or packages from </a:t>
            </a:r>
            <a:r>
              <a:rPr lang="en-US" dirty="0" err="1"/>
              <a:t>github</a:t>
            </a:r>
            <a:endParaRPr lang="en-US" dirty="0"/>
          </a:p>
          <a:p>
            <a:r>
              <a:rPr lang="en-US" dirty="0"/>
              <a:t>Each environment is entirely separate</a:t>
            </a:r>
          </a:p>
          <a:p>
            <a:pPr lvl="1"/>
            <a:r>
              <a:rPr lang="en-US" dirty="0"/>
              <a:t>Packages used in multiple environments are installed multiple times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983F3F-E14B-FA5F-6087-3934196E44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Conda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67915-424F-3715-E4B1-712395234C4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Requires you to initialize </a:t>
            </a:r>
            <a:r>
              <a:rPr lang="en-US" dirty="0" err="1"/>
              <a:t>conda</a:t>
            </a:r>
            <a:endParaRPr lang="en-US" dirty="0"/>
          </a:p>
          <a:p>
            <a:r>
              <a:rPr lang="en-US" dirty="0"/>
              <a:t>Environments are centrally managed</a:t>
            </a:r>
          </a:p>
          <a:p>
            <a:pPr lvl="1"/>
            <a:r>
              <a:rPr lang="en-US" dirty="0"/>
              <a:t>Packages used multiple times are installed once</a:t>
            </a:r>
          </a:p>
          <a:p>
            <a:r>
              <a:rPr lang="en-US" dirty="0"/>
              <a:t>Worse python package availability</a:t>
            </a:r>
          </a:p>
          <a:p>
            <a:r>
              <a:rPr lang="en-US" dirty="0"/>
              <a:t>Can manage software beyond python</a:t>
            </a:r>
          </a:p>
          <a:p>
            <a:pPr lvl="1"/>
            <a:r>
              <a:rPr lang="en-US" dirty="0"/>
              <a:t>Many bioinformatics tools</a:t>
            </a:r>
          </a:p>
          <a:p>
            <a:pPr lvl="1"/>
            <a:r>
              <a:rPr lang="en-US" dirty="0"/>
              <a:t>Aligners, </a:t>
            </a:r>
            <a:r>
              <a:rPr lang="en-US" dirty="0" err="1"/>
              <a:t>samtools</a:t>
            </a:r>
            <a:r>
              <a:rPr lang="en-US" dirty="0"/>
              <a:t>, R packages</a:t>
            </a:r>
          </a:p>
          <a:p>
            <a:r>
              <a:rPr lang="en-US" dirty="0"/>
              <a:t>Wants money if you download from anaconda repo’s in the </a:t>
            </a:r>
            <a:r>
              <a:rPr lang="en-US"/>
              <a:t>defaults channel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15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C6144-846B-FF61-0F0D-275D4345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Conda</a:t>
            </a:r>
            <a:r>
              <a:rPr lang="en-US" dirty="0"/>
              <a:t> vs Mamba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D2321-973D-A912-FDAF-19812F8B2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Conda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33C4F-F246-E909-6CE5-56801E70DC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Came first</a:t>
            </a:r>
          </a:p>
          <a:p>
            <a:r>
              <a:rPr lang="en-US" dirty="0"/>
              <a:t>Slower</a:t>
            </a:r>
          </a:p>
          <a:p>
            <a:r>
              <a:rPr lang="en-US" dirty="0"/>
              <a:t>Cut down version is called </a:t>
            </a:r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miniconda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cs typeface="Cascadia Code" panose="020B0609020000020004" pitchFamily="49" charset="0"/>
              </a:rPr>
              <a:t>Has tried to incorporate some of mamba’s improvements</a:t>
            </a:r>
          </a:p>
          <a:p>
            <a:r>
              <a:rPr lang="en-US" dirty="0">
                <a:cs typeface="Cascadia Code" panose="020B0609020000020004" pitchFamily="49" charset="0"/>
              </a:rPr>
              <a:t>Can call 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mamba</a:t>
            </a:r>
            <a:r>
              <a:rPr lang="en-US" dirty="0">
                <a:cs typeface="Cascadia Code" panose="020B0609020000020004" pitchFamily="49" charset="0"/>
              </a:rPr>
              <a:t> in newer versions (sort of)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3A6520-8D02-4969-9D1B-E6334CC376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Mamba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76B488-C384-F8FC-992B-06470E08B2D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err="1"/>
              <a:t>Reimplimentation</a:t>
            </a:r>
            <a:r>
              <a:rPr lang="en-US" dirty="0"/>
              <a:t> in C++</a:t>
            </a:r>
          </a:p>
          <a:p>
            <a:r>
              <a:rPr lang="en-US" dirty="0"/>
              <a:t>Much faster</a:t>
            </a:r>
          </a:p>
          <a:p>
            <a:r>
              <a:rPr lang="en-US" dirty="0"/>
              <a:t>Cut down version is called </a:t>
            </a:r>
            <a:r>
              <a:rPr lang="en-U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micromamba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cs typeface="Cascadia Code" panose="020B0609020000020004" pitchFamily="49" charset="0"/>
              </a:rPr>
              <a:t>Lags in some additional features</a:t>
            </a:r>
          </a:p>
        </p:txBody>
      </p:sp>
    </p:spTree>
    <p:extLst>
      <p:ext uri="{BB962C8B-B14F-4D97-AF65-F5344CB8AC3E}">
        <p14:creationId xmlns:p14="http://schemas.microsoft.com/office/powerpoint/2010/main" val="3409719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D36FA-09CF-4662-E66D-FE4F0149B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</a:t>
            </a:r>
            <a:r>
              <a:rPr lang="en-US" dirty="0" err="1"/>
              <a:t>conda</a:t>
            </a:r>
            <a:r>
              <a:rPr lang="en-US" dirty="0"/>
              <a:t> usage (you can’t sub mamba for these commands when using </a:t>
            </a:r>
            <a:r>
              <a:rPr lang="en-US" dirty="0" err="1"/>
              <a:t>conda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21253-9F2D-2390-831D-260A8F783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Initialize </a:t>
            </a:r>
            <a:r>
              <a:rPr lang="en-US" dirty="0" err="1"/>
              <a:t>conda</a:t>
            </a:r>
            <a:endParaRPr lang="en-US" dirty="0"/>
          </a:p>
          <a:p>
            <a:pPr lvl="1"/>
            <a:r>
              <a:rPr lang="en-US" dirty="0"/>
              <a:t>Adds code to your .</a:t>
            </a:r>
            <a:r>
              <a:rPr lang="en-US" dirty="0" err="1"/>
              <a:t>bashrc</a:t>
            </a:r>
            <a:r>
              <a:rPr lang="en-US" dirty="0"/>
              <a:t> to change your PATH when you activate/deactivate an environment</a:t>
            </a:r>
          </a:p>
          <a:p>
            <a:pPr lvl="1"/>
            <a:r>
              <a:rPr lang="en-US" dirty="0"/>
              <a:t>Must restart session or resource your .</a:t>
            </a:r>
            <a:r>
              <a:rPr lang="en-US" dirty="0" err="1"/>
              <a:t>bashrc</a:t>
            </a:r>
            <a:r>
              <a:rPr lang="en-US" dirty="0"/>
              <a:t> to take effect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conda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bash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source ~/.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bashrc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cs typeface="Cascadia Code" panose="020B0609020000020004" pitchFamily="49" charset="0"/>
              </a:rPr>
              <a:t>Default environment is called base</a:t>
            </a:r>
          </a:p>
          <a:p>
            <a:pPr lvl="1"/>
            <a:r>
              <a:rPr lang="en-US" dirty="0">
                <a:cs typeface="Cascadia Code" panose="020B0609020000020004" pitchFamily="49" charset="0"/>
              </a:rPr>
              <a:t>Where </a:t>
            </a:r>
            <a:r>
              <a:rPr lang="en-US" dirty="0" err="1">
                <a:cs typeface="Cascadia Code" panose="020B0609020000020004" pitchFamily="49" charset="0"/>
              </a:rPr>
              <a:t>conda</a:t>
            </a:r>
            <a:r>
              <a:rPr lang="en-US" dirty="0">
                <a:cs typeface="Cascadia Code" panose="020B0609020000020004" pitchFamily="49" charset="0"/>
              </a:rPr>
              <a:t> lives</a:t>
            </a:r>
          </a:p>
          <a:p>
            <a:pPr lvl="1"/>
            <a:r>
              <a:rPr lang="en-US" dirty="0">
                <a:cs typeface="Cascadia Code" panose="020B0609020000020004" pitchFamily="49" charset="0"/>
              </a:rPr>
              <a:t>Try to keep this minimal</a:t>
            </a:r>
          </a:p>
          <a:p>
            <a:pPr lvl="1"/>
            <a:r>
              <a:rPr lang="en-US" dirty="0">
                <a:cs typeface="Cascadia Code" panose="020B0609020000020004" pitchFamily="49" charset="0"/>
              </a:rPr>
              <a:t>Write protected on franklin</a:t>
            </a:r>
          </a:p>
          <a:p>
            <a:pPr lvl="1"/>
            <a:r>
              <a:rPr lang="en-US" dirty="0">
                <a:cs typeface="Cascadia Code" panose="020B0609020000020004" pitchFamily="49" charset="0"/>
              </a:rPr>
              <a:t>Used to update </a:t>
            </a:r>
            <a:r>
              <a:rPr lang="en-US" dirty="0" err="1">
                <a:cs typeface="Cascadia Code" panose="020B0609020000020004" pitchFamily="49" charset="0"/>
              </a:rPr>
              <a:t>conda</a:t>
            </a:r>
            <a:r>
              <a:rPr lang="en-US" dirty="0">
                <a:cs typeface="Cascadia Code" panose="020B0609020000020004" pitchFamily="49" charset="0"/>
              </a:rPr>
              <a:t> with </a:t>
            </a:r>
            <a:r>
              <a:rPr lang="en-US" dirty="0" err="1">
                <a:cs typeface="Cascadia Code" panose="020B0609020000020004" pitchFamily="49" charset="0"/>
              </a:rPr>
              <a:t>conda</a:t>
            </a:r>
            <a:endParaRPr lang="en-US" dirty="0">
              <a:cs typeface="Cascadia Code" panose="020B0609020000020004" pitchFamily="49" charset="0"/>
            </a:endParaRPr>
          </a:p>
          <a:p>
            <a:r>
              <a:rPr lang="en-US" dirty="0">
                <a:cs typeface="Cascadia Code" panose="020B0609020000020004" pitchFamily="49" charset="0"/>
              </a:rPr>
              <a:t>Activate or deactivate an environment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conda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activate ENV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conda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deactivate</a:t>
            </a:r>
          </a:p>
        </p:txBody>
      </p:sp>
    </p:spTree>
    <p:extLst>
      <p:ext uri="{BB962C8B-B14F-4D97-AF65-F5344CB8AC3E}">
        <p14:creationId xmlns:p14="http://schemas.microsoft.com/office/powerpoint/2010/main" val="143685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D36FA-09CF-4662-E66D-FE4F0149B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new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21253-9F2D-2390-831D-260A8F783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cs typeface="Cascadia Code" panose="020B0609020000020004" pitchFamily="49" charset="0"/>
              </a:rPr>
              <a:t>New </a:t>
            </a:r>
            <a:r>
              <a:rPr lang="en-US" dirty="0" err="1">
                <a:cs typeface="Cascadia Code" panose="020B0609020000020004" pitchFamily="49" charset="0"/>
              </a:rPr>
              <a:t>adhoc</a:t>
            </a:r>
            <a:r>
              <a:rPr lang="en-US" dirty="0">
                <a:cs typeface="Cascadia Code" panose="020B0609020000020004" pitchFamily="49" charset="0"/>
              </a:rPr>
              <a:t> environment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mamba create –n ENV_NAME PACK1=VERSION PACK2 …</a:t>
            </a:r>
          </a:p>
          <a:p>
            <a:r>
              <a:rPr lang="en-US" dirty="0">
                <a:cs typeface="Cascadia Code" panose="020B0609020000020004" pitchFamily="49" charset="0"/>
              </a:rPr>
              <a:t>New environment from </a:t>
            </a:r>
            <a:r>
              <a:rPr lang="en-US" dirty="0" err="1">
                <a:cs typeface="Cascadia Code" panose="020B0609020000020004" pitchFamily="49" charset="0"/>
              </a:rPr>
              <a:t>env.yaml</a:t>
            </a:r>
            <a:r>
              <a:rPr lang="en-US" dirty="0">
                <a:cs typeface="Cascadia Code" panose="020B0609020000020004" pitchFamily="49" charset="0"/>
              </a:rPr>
              <a:t> (like requirements.txt or </a:t>
            </a:r>
            <a:r>
              <a:rPr lang="en-US" dirty="0" err="1">
                <a:cs typeface="Cascadia Code" panose="020B0609020000020004" pitchFamily="49" charset="0"/>
              </a:rPr>
              <a:t>pyproject.toml</a:t>
            </a:r>
            <a:r>
              <a:rPr lang="en-US" dirty="0">
                <a:cs typeface="Cascadia Code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mamba env create –f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env.yaml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cs typeface="Cascadia Code" panose="020B0609020000020004" pitchFamily="49" charset="0"/>
              </a:rPr>
              <a:t>Find/install/remove package (not auto added to </a:t>
            </a:r>
            <a:r>
              <a:rPr lang="en-US" dirty="0" err="1">
                <a:cs typeface="Cascadia Code" panose="020B0609020000020004" pitchFamily="49" charset="0"/>
              </a:rPr>
              <a:t>env.yaml</a:t>
            </a:r>
            <a:r>
              <a:rPr lang="en-US" dirty="0">
                <a:cs typeface="Cascadia Code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mamba search PACKAGE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mamba install PACK=VERSION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mamba remove PACK=VERSION</a:t>
            </a:r>
          </a:p>
        </p:txBody>
      </p:sp>
    </p:spTree>
    <p:extLst>
      <p:ext uri="{BB962C8B-B14F-4D97-AF65-F5344CB8AC3E}">
        <p14:creationId xmlns:p14="http://schemas.microsoft.com/office/powerpoint/2010/main" val="3384651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745A-ECB5-E3D8-ADE1-64693DD9C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Exporting an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39502-750B-6964-56BC-D0D7A3F38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mamba env export --from-history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conda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export --from-history</a:t>
            </a:r>
          </a:p>
          <a:p>
            <a:r>
              <a:rPr lang="en-US" dirty="0">
                <a:cs typeface="Cascadia Code" panose="020B0609020000020004" pitchFamily="49" charset="0"/>
              </a:rPr>
              <a:t>Will only specify versions where you requested a version on install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mamba env export --no-builds</a:t>
            </a:r>
          </a:p>
          <a:p>
            <a:r>
              <a:rPr lang="en-US" dirty="0">
                <a:cs typeface="Cascadia Code" panose="020B0609020000020004" pitchFamily="49" charset="0"/>
              </a:rPr>
              <a:t>Will specify all dependencies  and all current versions (without build numbers)</a:t>
            </a:r>
          </a:p>
          <a:p>
            <a:pPr lvl="1"/>
            <a:r>
              <a:rPr lang="en-US" dirty="0">
                <a:cs typeface="Cascadia Code" panose="020B0609020000020004" pitchFamily="49" charset="0"/>
              </a:rPr>
              <a:t>Build numbers are very specific to your machine architecture </a:t>
            </a:r>
          </a:p>
          <a:p>
            <a:r>
              <a:rPr lang="en-US" dirty="0">
                <a:cs typeface="Cascadia Code" panose="020B0609020000020004" pitchFamily="49" charset="0"/>
              </a:rPr>
              <a:t>Including too much may make your environment less portable</a:t>
            </a:r>
          </a:p>
          <a:p>
            <a:pPr lvl="1"/>
            <a:r>
              <a:rPr lang="en-US" dirty="0">
                <a:cs typeface="Cascadia Code" panose="020B0609020000020004" pitchFamily="49" charset="0"/>
              </a:rPr>
              <a:t>Not all versions are available for all OS’s</a:t>
            </a:r>
          </a:p>
        </p:txBody>
      </p:sp>
    </p:spTree>
    <p:extLst>
      <p:ext uri="{BB962C8B-B14F-4D97-AF65-F5344CB8AC3E}">
        <p14:creationId xmlns:p14="http://schemas.microsoft.com/office/powerpoint/2010/main" val="1135841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DDCC3-3327-AEE5-0A1D-FCC1344FC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not to mix and match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A1277-4701-9B9E-8A1A-8AD6F4C70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Specifying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channel-priority: strict </a:t>
            </a:r>
            <a:r>
              <a:rPr lang="en-US" dirty="0"/>
              <a:t>in your </a:t>
            </a:r>
            <a:r>
              <a:rPr lang="en-US" dirty="0" err="1"/>
              <a:t>env.yaml</a:t>
            </a:r>
            <a:r>
              <a:rPr lang="en-US" dirty="0"/>
              <a:t> will make your environments more reproducible </a:t>
            </a:r>
          </a:p>
          <a:p>
            <a:pPr lvl="1"/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conda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-forge</a:t>
            </a:r>
            <a:r>
              <a:rPr lang="en-US" dirty="0"/>
              <a:t> should be first, then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bioconda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lvl="1"/>
            <a:r>
              <a:rPr lang="en-US" dirty="0" err="1"/>
              <a:t>conda</a:t>
            </a:r>
            <a:r>
              <a:rPr lang="en-US" dirty="0"/>
              <a:t>-forge channel tends to be more up to date</a:t>
            </a:r>
          </a:p>
          <a:p>
            <a:pPr lvl="1"/>
            <a:r>
              <a:rPr lang="en-US" dirty="0"/>
              <a:t>packages always be installed from highest channel where it is available</a:t>
            </a:r>
          </a:p>
          <a:p>
            <a:r>
              <a:rPr lang="en-US" dirty="0"/>
              <a:t>Don’t use the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</a:t>
            </a:r>
            <a:r>
              <a:rPr lang="en-US" dirty="0"/>
              <a:t> channel</a:t>
            </a:r>
          </a:p>
          <a:p>
            <a:pPr lvl="1"/>
            <a:r>
              <a:rPr lang="en-US" dirty="0"/>
              <a:t>won’t play nice with </a:t>
            </a:r>
            <a:r>
              <a:rPr lang="en-US" dirty="0" err="1"/>
              <a:t>conda</a:t>
            </a:r>
            <a:r>
              <a:rPr lang="en-US" dirty="0"/>
              <a:t>-forge r packages</a:t>
            </a:r>
          </a:p>
          <a:p>
            <a:pPr lvl="1"/>
            <a:r>
              <a:rPr lang="en-US" dirty="0"/>
              <a:t>tends to be behind</a:t>
            </a:r>
          </a:p>
          <a:p>
            <a:pPr lvl="1"/>
            <a:r>
              <a:rPr lang="en-US" dirty="0"/>
              <a:t>most packages are now directly on </a:t>
            </a:r>
            <a:r>
              <a:rPr lang="en-US" dirty="0" err="1"/>
              <a:t>conda</a:t>
            </a:r>
            <a:r>
              <a:rPr lang="en-US" dirty="0"/>
              <a:t>-forge channel</a:t>
            </a:r>
          </a:p>
          <a:p>
            <a:r>
              <a:rPr lang="en-US" dirty="0"/>
              <a:t>you might get away with installing one or a few python packages or R packages with pip or </a:t>
            </a:r>
            <a:r>
              <a:rPr lang="en-US" dirty="0" err="1"/>
              <a:t>cran</a:t>
            </a:r>
            <a:endParaRPr lang="en-US" dirty="0"/>
          </a:p>
          <a:p>
            <a:pPr lvl="1"/>
            <a:r>
              <a:rPr lang="en-US" dirty="0"/>
              <a:t>do this last</a:t>
            </a:r>
          </a:p>
          <a:p>
            <a:pPr lvl="1"/>
            <a:r>
              <a:rPr lang="en-US" dirty="0"/>
              <a:t>expect issues if you try to update the environment</a:t>
            </a:r>
          </a:p>
          <a:p>
            <a:pPr lvl="1"/>
            <a:r>
              <a:rPr lang="en-US" dirty="0"/>
              <a:t>especially expect issues with R packages not managed by </a:t>
            </a:r>
            <a:r>
              <a:rPr lang="en-US" dirty="0" err="1"/>
              <a:t>conda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013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2750</TotalTime>
  <Words>704</Words>
  <Application>Microsoft Office PowerPoint</Application>
  <PresentationFormat>Widescreen</PresentationFormat>
  <Paragraphs>126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Cascadia Code</vt:lpstr>
      <vt:lpstr>Office Theme</vt:lpstr>
      <vt:lpstr>Managing Python Environments</vt:lpstr>
      <vt:lpstr>Python environments</vt:lpstr>
      <vt:lpstr>Installing packages with pip and venv</vt:lpstr>
      <vt:lpstr>pip vs uv</vt:lpstr>
      <vt:lpstr>Managing a project with uv</vt:lpstr>
      <vt:lpstr>Virtual environments vs Conda environments</vt:lpstr>
      <vt:lpstr>Conda vs Mamba</vt:lpstr>
      <vt:lpstr>General conda usage (you can’t sub mamba for these commands when using conda)</vt:lpstr>
      <vt:lpstr>Creating a new environment</vt:lpstr>
      <vt:lpstr>Exporting an environment</vt:lpstr>
      <vt:lpstr>Try not to mix and match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Sherman, John</dc:creator>
  <cp:lastModifiedBy>Sherman, John</cp:lastModifiedBy>
  <cp:revision>1</cp:revision>
  <dcterms:created xsi:type="dcterms:W3CDTF">2025-09-23T19:30:48Z</dcterms:created>
  <dcterms:modified xsi:type="dcterms:W3CDTF">2025-10-16T15:07:05Z</dcterms:modified>
</cp:coreProperties>
</file>